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>
        <p:scale>
          <a:sx n="100" d="100"/>
          <a:sy n="100" d="100"/>
        </p:scale>
        <p:origin x="-168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2654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387" y="380990"/>
            <a:ext cx="76198" cy="7619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685783" y="266693"/>
            <a:ext cx="1142971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식탐정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705832" y="266693"/>
            <a:ext cx="952476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</a:t>
            </a:r>
            <a:r>
              <a:rPr lang="en-US" sz="90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/ 01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33387" y="838179"/>
            <a:ext cx="1112492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22C55E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AI 활용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33387" y="1066773"/>
            <a:ext cx="8572286" cy="457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550" b="1" kern="0" spc="-50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생성형 </a:t>
            </a:r>
            <a:r>
              <a:rPr lang="en-US" altLang="ko-KR" sz="2550" b="1" kern="0" spc="-50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AI[LLM]</a:t>
            </a:r>
            <a:r>
              <a:rPr lang="ko-KR" altLang="en-US" sz="2550" b="1" kern="0" spc="-50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활용</a:t>
            </a:r>
            <a:endParaRPr lang="en-US" sz="2550" dirty="0"/>
          </a:p>
        </p:txBody>
      </p:sp>
      <p:sp>
        <p:nvSpPr>
          <p:cNvPr id="56" name="Text 54"/>
          <p:cNvSpPr/>
          <p:nvPr/>
        </p:nvSpPr>
        <p:spPr>
          <a:xfrm>
            <a:off x="533387" y="1600160"/>
            <a:ext cx="10477238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13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3가지 기능 단위로 외부 데이터를 식탐정 점수·메뉴 가이드에 반영했어요</a:t>
            </a:r>
            <a:endParaRPr lang="en-US" sz="1013" dirty="0"/>
          </a:p>
        </p:txBody>
      </p:sp>
      <p:pic>
        <p:nvPicPr>
          <p:cNvPr id="57" name="Image 0" descr="/Users/sanghoon/Documents/GitHub/food-detector/presentation/image/logos/pla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7" y="2226157"/>
            <a:ext cx="147634" cy="209545"/>
          </a:xfrm>
          <a:prstGeom prst="rect">
            <a:avLst/>
          </a:prstGeom>
        </p:spPr>
      </p:pic>
      <p:sp>
        <p:nvSpPr>
          <p:cNvPr id="58" name="Shape 55"/>
          <p:cNvSpPr/>
          <p:nvPr/>
        </p:nvSpPr>
        <p:spPr>
          <a:xfrm>
            <a:off x="747694" y="1943051"/>
            <a:ext cx="9525" cy="133347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59" name="Image 1" descr="/Users/sanghoon/Documents/GitHub/food-detector/presentation/image/logos/gemin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67" y="2226157"/>
            <a:ext cx="571486" cy="209545"/>
          </a:xfrm>
          <a:prstGeom prst="rect">
            <a:avLst/>
          </a:prstGeom>
        </p:spPr>
      </p:pic>
      <p:sp>
        <p:nvSpPr>
          <p:cNvPr id="61" name="Text 57"/>
          <p:cNvSpPr/>
          <p:nvPr/>
        </p:nvSpPr>
        <p:spPr>
          <a:xfrm>
            <a:off x="533387" y="1958626"/>
            <a:ext cx="2597740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-20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리뷰 토픽 분석</a:t>
            </a:r>
            <a:endParaRPr lang="en-US" sz="1400" dirty="0"/>
          </a:p>
        </p:txBody>
      </p:sp>
      <p:sp>
        <p:nvSpPr>
          <p:cNvPr id="62" name="Text 58"/>
          <p:cNvSpPr/>
          <p:nvPr/>
        </p:nvSpPr>
        <p:spPr>
          <a:xfrm>
            <a:off x="533387" y="2476438"/>
            <a:ext cx="5524362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Places API</a:t>
            </a:r>
            <a:r>
              <a:rPr lang="en-US" sz="90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로 수집한 외부 리뷰를 </a:t>
            </a:r>
            <a:r>
              <a:rPr lang="en-US" sz="900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위생·청결·서비스·맛</a:t>
            </a:r>
            <a:r>
              <a:rPr lang="en-US" sz="90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토픽으로 분류, 위생 부정 키워드 빈도를 사용자 점수 가중치로 사용합니다.</a:t>
            </a:r>
            <a:endParaRPr lang="en-US" sz="900" dirty="0"/>
          </a:p>
        </p:txBody>
      </p:sp>
      <p:sp>
        <p:nvSpPr>
          <p:cNvPr id="63" name="Text 59"/>
          <p:cNvSpPr/>
          <p:nvPr/>
        </p:nvSpPr>
        <p:spPr>
          <a:xfrm>
            <a:off x="533387" y="2933627"/>
            <a:ext cx="5524362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5" b="1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gemini-2.5-flash</a:t>
            </a:r>
            <a:r>
              <a:rPr lang="en-US" sz="82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대량 리뷰 분류·요약에 특화</a:t>
            </a:r>
            <a:endParaRPr lang="en-US" sz="825" dirty="0"/>
          </a:p>
        </p:txBody>
      </p:sp>
      <p:sp>
        <p:nvSpPr>
          <p:cNvPr id="64" name="Shape 60"/>
          <p:cNvSpPr/>
          <p:nvPr/>
        </p:nvSpPr>
        <p:spPr>
          <a:xfrm>
            <a:off x="533387" y="3181270"/>
            <a:ext cx="5524362" cy="9525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65" name="Image 2" descr="/Users/sanghoon/Documents/GitHub/food-detector/presentation/image/logos/anthropic_fu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387" y="3660698"/>
            <a:ext cx="1857329" cy="209545"/>
          </a:xfrm>
          <a:prstGeom prst="rect">
            <a:avLst/>
          </a:prstGeom>
        </p:spPr>
      </p:pic>
      <p:pic>
        <p:nvPicPr>
          <p:cNvPr id="67" name="Image 3" descr="/Users/sanghoon/Documents/GitHub/food-detector/presentation/image/logos/clau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4062" y="3660698"/>
            <a:ext cx="209545" cy="209545"/>
          </a:xfrm>
          <a:prstGeom prst="rect">
            <a:avLst/>
          </a:prstGeom>
        </p:spPr>
      </p:pic>
      <p:sp>
        <p:nvSpPr>
          <p:cNvPr id="69" name="Text 63"/>
          <p:cNvSpPr/>
          <p:nvPr/>
        </p:nvSpPr>
        <p:spPr>
          <a:xfrm>
            <a:off x="533387" y="3381005"/>
            <a:ext cx="5524362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-20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행정처분 위반사유 분류</a:t>
            </a:r>
            <a:endParaRPr lang="en-US" sz="1400" dirty="0"/>
          </a:p>
        </p:txBody>
      </p:sp>
      <p:sp>
        <p:nvSpPr>
          <p:cNvPr id="70" name="Text 64"/>
          <p:cNvSpPr/>
          <p:nvPr/>
        </p:nvSpPr>
        <p:spPr>
          <a:xfrm>
            <a:off x="533387" y="3898817"/>
            <a:ext cx="5524362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식약처 </a:t>
            </a: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I2630</a:t>
            </a:r>
            <a:r>
              <a:rPr lang="en-US" sz="90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·새올민원의 위반사유 텍스트를 의미 기반으로 분석, </a:t>
            </a:r>
            <a:r>
              <a:rPr lang="en-US" sz="900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위생 직결 여부 + 심각도</a:t>
            </a:r>
            <a:r>
              <a:rPr lang="en-US" sz="90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를 라벨링해 트랩 치즈 트리거·점수 페널티(−10 ~ −50)에 반영합니다.</a:t>
            </a:r>
            <a:endParaRPr lang="en-US" sz="900" dirty="0"/>
          </a:p>
        </p:txBody>
      </p:sp>
      <p:sp>
        <p:nvSpPr>
          <p:cNvPr id="71" name="Text 65"/>
          <p:cNvSpPr/>
          <p:nvPr/>
        </p:nvSpPr>
        <p:spPr>
          <a:xfrm>
            <a:off x="533387" y="4356006"/>
            <a:ext cx="5524362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5" b="1" dirty="0">
                <a:solidFill>
                  <a:srgbClr val="CC7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claude-opus-4-7</a:t>
            </a:r>
            <a:r>
              <a:rPr lang="en-US" sz="82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한국어 행정 텍스트 의미 판정에 최고 정확도</a:t>
            </a:r>
            <a:endParaRPr lang="en-US" sz="825" dirty="0"/>
          </a:p>
        </p:txBody>
      </p:sp>
      <p:sp>
        <p:nvSpPr>
          <p:cNvPr id="72" name="Shape 66"/>
          <p:cNvSpPr/>
          <p:nvPr/>
        </p:nvSpPr>
        <p:spPr>
          <a:xfrm>
            <a:off x="533387" y="4719518"/>
            <a:ext cx="5524362" cy="9525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73" name="Image 4" descr="/Users/sanghoon/Documents/GitHub/food-detector/presentation/image/logos/gemin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87" y="5168755"/>
            <a:ext cx="571486" cy="209545"/>
          </a:xfrm>
          <a:prstGeom prst="rect">
            <a:avLst/>
          </a:prstGeom>
        </p:spPr>
      </p:pic>
      <p:sp>
        <p:nvSpPr>
          <p:cNvPr id="75" name="Text 68"/>
          <p:cNvSpPr/>
          <p:nvPr/>
        </p:nvSpPr>
        <p:spPr>
          <a:xfrm>
            <a:off x="533387" y="4927162"/>
            <a:ext cx="5524362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-20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오늘의 식탐정 메뉴 가이드</a:t>
            </a:r>
            <a:endParaRPr lang="en-US" sz="1400" dirty="0"/>
          </a:p>
        </p:txBody>
      </p:sp>
      <p:sp>
        <p:nvSpPr>
          <p:cNvPr id="76" name="Text 69"/>
          <p:cNvSpPr/>
          <p:nvPr/>
        </p:nvSpPr>
        <p:spPr>
          <a:xfrm>
            <a:off x="533387" y="5444973"/>
            <a:ext cx="5524362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오늘의 </a:t>
            </a:r>
            <a:r>
              <a:rPr lang="en-US" sz="900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기후·식중독 지수</a:t>
            </a:r>
            <a:r>
              <a:rPr lang="en-US" sz="90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를 입력으로, 해당 가게의 메뉴 중 </a:t>
            </a:r>
            <a:r>
              <a:rPr lang="en-US" sz="900" b="1" dirty="0">
                <a:solidFill>
                  <a:srgbClr val="334155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오늘 안전한 메뉴 / 회피 메뉴</a:t>
            </a:r>
            <a:r>
              <a:rPr lang="en-US" sz="900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를 AI가 즉시 분류·추천합니다.</a:t>
            </a:r>
            <a:endParaRPr lang="en-US" sz="900" dirty="0"/>
          </a:p>
        </p:txBody>
      </p:sp>
      <p:sp>
        <p:nvSpPr>
          <p:cNvPr id="77" name="Text 70"/>
          <p:cNvSpPr/>
          <p:nvPr/>
        </p:nvSpPr>
        <p:spPr>
          <a:xfrm>
            <a:off x="533387" y="5902162"/>
            <a:ext cx="5524362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5" b="1" dirty="0">
                <a:solidFill>
                  <a:srgbClr val="4285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gemini-2.5-flash</a:t>
            </a:r>
            <a:r>
              <a:rPr lang="en-US" sz="82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자치구별 위험 단계 + 메뉴 텍스트 조합 추천</a:t>
            </a:r>
            <a:endParaRPr lang="en-US" sz="825" dirty="0"/>
          </a:p>
        </p:txBody>
      </p:sp>
      <p:pic>
        <p:nvPicPr>
          <p:cNvPr id="79" name="Image 5" descr="/Users/sanghoon/Documents/GitHub/food-detector/presentation/image/rounded/page1_score_detail.png"/>
          <p:cNvPicPr>
            <a:picLocks noChangeAspect="1"/>
          </p:cNvPicPr>
          <p:nvPr/>
        </p:nvPicPr>
        <p:blipFill>
          <a:blip r:embed="rId7"/>
          <a:srcRect b="55260"/>
          <a:stretch>
            <a:fillRect/>
          </a:stretch>
        </p:blipFill>
        <p:spPr>
          <a:xfrm rot="-180000">
            <a:off x="7013186" y="477802"/>
            <a:ext cx="3399175" cy="3296224"/>
          </a:xfrm>
          <a:prstGeom prst="rect">
            <a:avLst/>
          </a:prstGeom>
        </p:spPr>
      </p:pic>
      <p:pic>
        <p:nvPicPr>
          <p:cNvPr id="80" name="Image 6" descr="/Users/sanghoon/Documents/GitHub/food-detector/presentation/image/rounded/page2_trap_detail.png"/>
          <p:cNvPicPr>
            <a:picLocks noChangeAspect="1"/>
          </p:cNvPicPr>
          <p:nvPr/>
        </p:nvPicPr>
        <p:blipFill>
          <a:blip r:embed="rId8"/>
          <a:srcRect t="79480"/>
          <a:stretch>
            <a:fillRect/>
          </a:stretch>
        </p:blipFill>
        <p:spPr>
          <a:xfrm rot="180000">
            <a:off x="7893838" y="4080179"/>
            <a:ext cx="3891695" cy="1730857"/>
          </a:xfrm>
          <a:prstGeom prst="rect">
            <a:avLst/>
          </a:prstGeom>
        </p:spPr>
      </p:pic>
      <p:sp>
        <p:nvSpPr>
          <p:cNvPr id="83" name="Text 74"/>
          <p:cNvSpPr/>
          <p:nvPr/>
        </p:nvSpPr>
        <p:spPr>
          <a:xfrm>
            <a:off x="533387" y="7353116"/>
            <a:ext cx="57148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8" b="1" kern="0" spc="140" dirty="0">
                <a:solidFill>
                  <a:srgbClr val="94A3B8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NOTE</a:t>
            </a:r>
            <a:endParaRPr lang="en-US" sz="788" dirty="0"/>
          </a:p>
        </p:txBody>
      </p:sp>
      <p:sp>
        <p:nvSpPr>
          <p:cNvPr id="84" name="Text 75"/>
          <p:cNvSpPr/>
          <p:nvPr/>
        </p:nvSpPr>
        <p:spPr>
          <a:xfrm>
            <a:off x="1200120" y="7334067"/>
            <a:ext cx="10458189" cy="20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38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BUILD</a:t>
            </a:r>
            <a:r>
              <a:rPr lang="en-US" sz="93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단계 분석(01·02)은 결과를 정적 JSON에 캐시, </a:t>
            </a:r>
            <a:r>
              <a:rPr lang="en-US" sz="938" b="1" dirty="0">
                <a:solidFill>
                  <a:srgbClr val="0F172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RUNTIME</a:t>
            </a:r>
            <a:r>
              <a:rPr lang="en-US" sz="93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단계(03)는 자치구 위험 단계가 바뀔 때 호출 — 두 단계 모두 백엔드 추론 </a:t>
            </a:r>
            <a:r>
              <a:rPr lang="en-US" sz="938" dirty="0" err="1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비용</a:t>
            </a:r>
            <a:r>
              <a:rPr lang="en-US" sz="93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en-US" sz="938" dirty="0" err="1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최소</a:t>
            </a:r>
            <a:r>
              <a:rPr lang="en-US" sz="938" dirty="0">
                <a:solidFill>
                  <a:srgbClr val="64748B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.</a:t>
            </a:r>
            <a:endParaRPr lang="en-US" sz="93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179</Words>
  <Application>Microsoft Macintosh PowerPoint</Application>
  <PresentationFormat>와이드스크린</PresentationFormat>
  <Paragraphs>17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Pretendard Variable</vt:lpstr>
      <vt:lpstr>Arial</vt:lpstr>
      <vt:lpstr>Consolas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식탐정 — AI 활용</dc:title>
  <dc:subject>PptxGenJS Presentation</dc:subject>
  <dc:creator>식탐정</dc:creator>
  <cp:lastModifiedBy>Sanghoon</cp:lastModifiedBy>
  <cp:revision>2</cp:revision>
  <dcterms:created xsi:type="dcterms:W3CDTF">2026-05-13T06:56:51Z</dcterms:created>
  <dcterms:modified xsi:type="dcterms:W3CDTF">2026-05-13T07:03:42Z</dcterms:modified>
</cp:coreProperties>
</file>