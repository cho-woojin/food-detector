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6743" y="-1142971"/>
            <a:ext cx="3619410" cy="36194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42971" y="5143371"/>
            <a:ext cx="3619410" cy="3619410"/>
          </a:xfrm>
          <a:prstGeom prst="ellipse">
            <a:avLst/>
          </a:prstGeom>
          <a:solidFill>
            <a:srgbClr val="FBBF2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387" y="838179"/>
            <a:ext cx="111249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INFORMATION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387" y="1066773"/>
            <a:ext cx="85722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spc="-50" kern="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정보 구조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33387" y="1600160"/>
            <a:ext cx="1047723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3" dirty="0">
                <a:solidFill>
                  <a:srgbClr val="FFFFFF">
                    <a:alpha val="5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사용자 여정으로 정리한 화면 구조 — Bottom Tab 4 + Stack 5개 · Soft Wall 권한 정책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533387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387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DISCOVER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33387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발견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33387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5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자치구·식당 탐색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533387" y="2914577"/>
            <a:ext cx="2652646" cy="1257269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6733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2595498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2595498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18" name="Text 16"/>
          <p:cNvSpPr/>
          <p:nvPr/>
        </p:nvSpPr>
        <p:spPr>
          <a:xfrm>
            <a:off x="666733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(Tab)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783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1981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자치구 위험 단계 Hero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685783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1981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환경 카드 (대기·기온·식중독)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685783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1981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 가이드 추천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685783" y="3905152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1981" y="3857529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검색바 진입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533387" y="4248044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6733" y="4381390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2595498" y="4381390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2595498" y="4381390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31" name="Text 29"/>
          <p:cNvSpPr/>
          <p:nvPr/>
        </p:nvSpPr>
        <p:spPr>
          <a:xfrm>
            <a:off x="666733" y="4590935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 (Tab)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783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1981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 마커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685783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1981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등급·카테고리 필터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685783" y="509574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1981" y="504812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바텀시트 식당 카드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3357479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7479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VERIFY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3357479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3357479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5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신뢰도 확인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3357479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90825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검색 결과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419590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5419590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46" name="Text 44"/>
          <p:cNvSpPr/>
          <p:nvPr/>
        </p:nvSpPr>
        <p:spPr>
          <a:xfrm>
            <a:off x="3490825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509875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586073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자동완성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3509875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586073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카테고리 칩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3509875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586073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리스트 + 등급 미리보기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3357479" y="4105172"/>
            <a:ext cx="2652646" cy="140014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490825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상세 보고서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5419590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6" name="Text 54"/>
          <p:cNvSpPr/>
          <p:nvPr/>
        </p:nvSpPr>
        <p:spPr>
          <a:xfrm>
            <a:off x="5419590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57" name="Text 55"/>
          <p:cNvSpPr/>
          <p:nvPr/>
        </p:nvSpPr>
        <p:spPr>
          <a:xfrm>
            <a:off x="3490825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/restaurant/[id]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509875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586073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 Hero (70+15+15)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3509875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586073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5축 레이더 차트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3509875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586073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리뷰 · 답글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3509875" y="509574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586073" y="504812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 가이드 모달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3509875" y="5238619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586073" y="5190995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앱 바 (배민·요기요)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181570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81570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ENGAGE</a:t>
            </a:r>
            <a:endParaRPr lang="en-US" sz="788" dirty="0"/>
          </a:p>
        </p:txBody>
      </p:sp>
      <p:sp>
        <p:nvSpPr>
          <p:cNvPr id="70" name="Text 68"/>
          <p:cNvSpPr/>
          <p:nvPr/>
        </p:nvSpPr>
        <p:spPr>
          <a:xfrm>
            <a:off x="6181570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참여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6181570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5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리뷰·좋아요 기록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6181570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314917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리뷰 작성</a:t>
            </a:r>
            <a:endParaRPr lang="en-US" sz="975" dirty="0"/>
          </a:p>
        </p:txBody>
      </p:sp>
      <p:sp>
        <p:nvSpPr>
          <p:cNvPr id="74" name="Shape 72"/>
          <p:cNvSpPr/>
          <p:nvPr/>
        </p:nvSpPr>
        <p:spPr>
          <a:xfrm>
            <a:off x="8243681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75" name="Text 73"/>
          <p:cNvSpPr/>
          <p:nvPr/>
        </p:nvSpPr>
        <p:spPr>
          <a:xfrm>
            <a:off x="8243681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76" name="Text 74"/>
          <p:cNvSpPr/>
          <p:nvPr/>
        </p:nvSpPr>
        <p:spPr>
          <a:xfrm>
            <a:off x="6314917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/review/[id]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33967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410165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4축 별점 (테이블·음식·직원·화장실)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6333967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6410165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방문 시점</a:t>
            </a:r>
            <a:endParaRPr lang="en-US" sz="788" dirty="0"/>
          </a:p>
        </p:txBody>
      </p:sp>
      <p:sp>
        <p:nvSpPr>
          <p:cNvPr id="81" name="Shape 79"/>
          <p:cNvSpPr/>
          <p:nvPr/>
        </p:nvSpPr>
        <p:spPr>
          <a:xfrm>
            <a:off x="6333967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6410165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한줄평 · 사진</a:t>
            </a:r>
            <a:endParaRPr lang="en-US" sz="788" dirty="0"/>
          </a:p>
        </p:txBody>
      </p:sp>
      <p:sp>
        <p:nvSpPr>
          <p:cNvPr id="83" name="Shape 81"/>
          <p:cNvSpPr/>
          <p:nvPr/>
        </p:nvSpPr>
        <p:spPr>
          <a:xfrm>
            <a:off x="6181570" y="4105172"/>
            <a:ext cx="2652646" cy="97152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314917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좋아요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8243681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86" name="Text 84"/>
          <p:cNvSpPr/>
          <p:nvPr/>
        </p:nvSpPr>
        <p:spPr>
          <a:xfrm>
            <a:off x="8243681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87" name="Text 85"/>
          <p:cNvSpPr/>
          <p:nvPr/>
        </p:nvSpPr>
        <p:spPr>
          <a:xfrm>
            <a:off x="6314917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/favorites (Tab)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333967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6410165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등급별 분포</a:t>
            </a:r>
            <a:endParaRPr lang="en-US" sz="788" dirty="0"/>
          </a:p>
        </p:txBody>
      </p:sp>
      <p:sp>
        <p:nvSpPr>
          <p:cNvPr id="90" name="Shape 88"/>
          <p:cNvSpPr/>
          <p:nvPr/>
        </p:nvSpPr>
        <p:spPr>
          <a:xfrm>
            <a:off x="6333967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6410165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저장 식당 리스트</a:t>
            </a:r>
            <a:endParaRPr lang="en-US" sz="788" dirty="0"/>
          </a:p>
        </p:txBody>
      </p:sp>
      <p:sp>
        <p:nvSpPr>
          <p:cNvPr id="92" name="Shape 90"/>
          <p:cNvSpPr/>
          <p:nvPr/>
        </p:nvSpPr>
        <p:spPr>
          <a:xfrm>
            <a:off x="9005662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05662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MANAGE</a:t>
            </a:r>
            <a:endParaRPr lang="en-US" sz="788" dirty="0"/>
          </a:p>
        </p:txBody>
      </p:sp>
      <p:sp>
        <p:nvSpPr>
          <p:cNvPr id="94" name="Text 92"/>
          <p:cNvSpPr/>
          <p:nvPr/>
        </p:nvSpPr>
        <p:spPr>
          <a:xfrm>
            <a:off x="9005662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개인화</a:t>
            </a:r>
            <a:endParaRPr lang="en-US" sz="1125" dirty="0"/>
          </a:p>
        </p:txBody>
      </p:sp>
      <p:sp>
        <p:nvSpPr>
          <p:cNvPr id="95" name="Text 93"/>
          <p:cNvSpPr/>
          <p:nvPr/>
        </p:nvSpPr>
        <p:spPr>
          <a:xfrm>
            <a:off x="9005662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5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내정보·사장님 운영</a:t>
            </a:r>
            <a:endParaRPr lang="en-US" sz="788" dirty="0"/>
          </a:p>
        </p:txBody>
      </p:sp>
      <p:sp>
        <p:nvSpPr>
          <p:cNvPr id="96" name="Shape 94"/>
          <p:cNvSpPr/>
          <p:nvPr/>
        </p:nvSpPr>
        <p:spPr>
          <a:xfrm>
            <a:off x="9005662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9139009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</a:t>
            </a:r>
            <a:endParaRPr lang="en-US" sz="975" dirty="0"/>
          </a:p>
        </p:txBody>
      </p:sp>
      <p:sp>
        <p:nvSpPr>
          <p:cNvPr id="98" name="Shape 96"/>
          <p:cNvSpPr/>
          <p:nvPr/>
        </p:nvSpPr>
        <p:spPr>
          <a:xfrm>
            <a:off x="11067773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99" name="Text 97"/>
          <p:cNvSpPr/>
          <p:nvPr/>
        </p:nvSpPr>
        <p:spPr>
          <a:xfrm>
            <a:off x="11067773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100" name="Text 98"/>
          <p:cNvSpPr/>
          <p:nvPr/>
        </p:nvSpPr>
        <p:spPr>
          <a:xfrm>
            <a:off x="9139009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 (Tab)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158059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9234257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리뷰 · 좋아요</a:t>
            </a:r>
            <a:endParaRPr lang="en-US" sz="788" dirty="0"/>
          </a:p>
        </p:txBody>
      </p:sp>
      <p:sp>
        <p:nvSpPr>
          <p:cNvPr id="103" name="Shape 101"/>
          <p:cNvSpPr/>
          <p:nvPr/>
        </p:nvSpPr>
        <p:spPr>
          <a:xfrm>
            <a:off x="9158059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9234257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가이드 라이브러리</a:t>
            </a:r>
            <a:endParaRPr lang="en-US" sz="788" dirty="0"/>
          </a:p>
        </p:txBody>
      </p:sp>
      <p:sp>
        <p:nvSpPr>
          <p:cNvPr id="105" name="Shape 103"/>
          <p:cNvSpPr/>
          <p:nvPr/>
        </p:nvSpPr>
        <p:spPr>
          <a:xfrm>
            <a:off x="9158059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9234257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모드 진입</a:t>
            </a:r>
            <a:endParaRPr lang="en-US" sz="788" dirty="0"/>
          </a:p>
        </p:txBody>
      </p:sp>
      <p:sp>
        <p:nvSpPr>
          <p:cNvPr id="107" name="Shape 105"/>
          <p:cNvSpPr/>
          <p:nvPr/>
        </p:nvSpPr>
        <p:spPr>
          <a:xfrm>
            <a:off x="9005662" y="4105172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139009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인증·운영</a:t>
            </a:r>
            <a:endParaRPr lang="en-US" sz="975" dirty="0"/>
          </a:p>
        </p:txBody>
      </p:sp>
      <p:sp>
        <p:nvSpPr>
          <p:cNvPr id="109" name="Shape 107"/>
          <p:cNvSpPr/>
          <p:nvPr/>
        </p:nvSpPr>
        <p:spPr>
          <a:xfrm>
            <a:off x="11067773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10" name="Text 108"/>
          <p:cNvSpPr/>
          <p:nvPr/>
        </p:nvSpPr>
        <p:spPr>
          <a:xfrm>
            <a:off x="11067773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92400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OWNER</a:t>
            </a:r>
            <a:endParaRPr lang="en-US" sz="638" dirty="0"/>
          </a:p>
        </p:txBody>
      </p:sp>
      <p:sp>
        <p:nvSpPr>
          <p:cNvPr id="111" name="Text 109"/>
          <p:cNvSpPr/>
          <p:nvPr/>
        </p:nvSpPr>
        <p:spPr>
          <a:xfrm>
            <a:off x="9139009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/owner/apply · /my-stores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158059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9234257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사업자번호 인증</a:t>
            </a:r>
            <a:endParaRPr lang="en-US" sz="788" dirty="0"/>
          </a:p>
        </p:txBody>
      </p:sp>
      <p:sp>
        <p:nvSpPr>
          <p:cNvPr id="114" name="Shape 112"/>
          <p:cNvSpPr/>
          <p:nvPr/>
        </p:nvSpPr>
        <p:spPr>
          <a:xfrm>
            <a:off x="9158059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5" name="Text 113"/>
          <p:cNvSpPr/>
          <p:nvPr/>
        </p:nvSpPr>
        <p:spPr>
          <a:xfrm>
            <a:off x="9234257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청소 인증 게시</a:t>
            </a:r>
            <a:endParaRPr lang="en-US" sz="788" dirty="0"/>
          </a:p>
        </p:txBody>
      </p:sp>
      <p:sp>
        <p:nvSpPr>
          <p:cNvPr id="116" name="Shape 114"/>
          <p:cNvSpPr/>
          <p:nvPr/>
        </p:nvSpPr>
        <p:spPr>
          <a:xfrm>
            <a:off x="9158059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9234257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답글</a:t>
            </a:r>
            <a:endParaRPr lang="en-US" sz="788" dirty="0"/>
          </a:p>
        </p:txBody>
      </p:sp>
      <p:sp>
        <p:nvSpPr>
          <p:cNvPr id="118" name="Text 116"/>
          <p:cNvSpPr/>
          <p:nvPr/>
        </p:nvSpPr>
        <p:spPr>
          <a:xfrm>
            <a:off x="533387" y="6305392"/>
            <a:ext cx="104772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0" kern="0" dirty="0">
                <a:solidFill>
                  <a:srgbClr val="FBBF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USER FLOW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904952" y="6305392"/>
            <a:ext cx="68578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홈·지도 </a:t>
            </a:r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상세 보고서 </a:t>
            </a:r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리뷰·좋아요 </a:t>
            </a:r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내정보·사장님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9048524" y="6305392"/>
            <a:ext cx="257168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 </a:t>
            </a:r>
            <a:pPr algn="r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Tabs   </a:t>
            </a:r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 </a:t>
            </a:r>
            <a:pPr algn="r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Stack   </a:t>
            </a:r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95% </a:t>
            </a:r>
            <a:pPr algn="r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6743" y="-1142971"/>
            <a:ext cx="3619410" cy="361941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42971" y="5143371"/>
            <a:ext cx="3619410" cy="3619410"/>
          </a:xfrm>
          <a:prstGeom prst="ellipse">
            <a:avLst/>
          </a:prstGeom>
          <a:solidFill>
            <a:srgbClr val="FBBF2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387" y="838179"/>
            <a:ext cx="111249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INFORMATION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387" y="1066773"/>
            <a:ext cx="85722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spc="-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정보 구조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33387" y="1600160"/>
            <a:ext cx="1047723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사용자 여정으로 정리한 화면 구조 — Bottom Tab 4 + Stack 5개 · Soft Wall 권한 정책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533387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387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DISCOVER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33387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발견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33387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자치구·식당 탐색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533387" y="2914577"/>
            <a:ext cx="2652646" cy="1257269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6733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2595498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2595498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18" name="Text 16"/>
          <p:cNvSpPr/>
          <p:nvPr/>
        </p:nvSpPr>
        <p:spPr>
          <a:xfrm>
            <a:off x="666733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(Tab)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783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1981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자치구 위험 단계 Hero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685783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1981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환경 카드 (대기·기온·식중독)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685783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1981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 가이드 추천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685783" y="3905152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1981" y="3857529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검색바 진입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533387" y="4248044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6733" y="4381390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2595498" y="4381390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2595498" y="4381390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31" name="Text 29"/>
          <p:cNvSpPr/>
          <p:nvPr/>
        </p:nvSpPr>
        <p:spPr>
          <a:xfrm>
            <a:off x="666733" y="4590935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 (Tab)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783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1981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 마커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685783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1981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등급·카테고리 필터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685783" y="509574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1981" y="504812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바텀시트 식당 카드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3357479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7479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VERIFY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3357479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3357479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신뢰도 확인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3357479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90825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검색 결과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419590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5419590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46" name="Text 44"/>
          <p:cNvSpPr/>
          <p:nvPr/>
        </p:nvSpPr>
        <p:spPr>
          <a:xfrm>
            <a:off x="3490825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509875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586073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자동완성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3509875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586073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카테고리 칩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3509875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586073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리스트 + 등급 미리보기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3357479" y="4105172"/>
            <a:ext cx="2652646" cy="140014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490825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상세 보고서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5419590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6" name="Text 54"/>
          <p:cNvSpPr/>
          <p:nvPr/>
        </p:nvSpPr>
        <p:spPr>
          <a:xfrm>
            <a:off x="5419590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638" dirty="0"/>
          </a:p>
        </p:txBody>
      </p:sp>
      <p:sp>
        <p:nvSpPr>
          <p:cNvPr id="57" name="Text 55"/>
          <p:cNvSpPr/>
          <p:nvPr/>
        </p:nvSpPr>
        <p:spPr>
          <a:xfrm>
            <a:off x="3490825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/restaurant/[id]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509875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586073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 Hero (70+15+15)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3509875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586073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5축 레이더 차트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3509875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586073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리뷰 · 답글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3509875" y="509574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586073" y="504812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 가이드 모달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3509875" y="5238619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586073" y="5190995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앱 바 (배민·요기요)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181570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81570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ENGAGE</a:t>
            </a:r>
            <a:endParaRPr lang="en-US" sz="788" dirty="0"/>
          </a:p>
        </p:txBody>
      </p:sp>
      <p:sp>
        <p:nvSpPr>
          <p:cNvPr id="70" name="Text 68"/>
          <p:cNvSpPr/>
          <p:nvPr/>
        </p:nvSpPr>
        <p:spPr>
          <a:xfrm>
            <a:off x="6181570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참여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6181570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리뷰·좋아요 기록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6181570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314917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리뷰 작성</a:t>
            </a:r>
            <a:endParaRPr lang="en-US" sz="975" dirty="0"/>
          </a:p>
        </p:txBody>
      </p:sp>
      <p:sp>
        <p:nvSpPr>
          <p:cNvPr id="74" name="Shape 72"/>
          <p:cNvSpPr/>
          <p:nvPr/>
        </p:nvSpPr>
        <p:spPr>
          <a:xfrm>
            <a:off x="8243681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75" name="Text 73"/>
          <p:cNvSpPr/>
          <p:nvPr/>
        </p:nvSpPr>
        <p:spPr>
          <a:xfrm>
            <a:off x="8243681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76" name="Text 74"/>
          <p:cNvSpPr/>
          <p:nvPr/>
        </p:nvSpPr>
        <p:spPr>
          <a:xfrm>
            <a:off x="6314917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/review/[id]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33967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410165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4축 별점 (테이블·음식·직원·화장실)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6333967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6410165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방문 시점</a:t>
            </a:r>
            <a:endParaRPr lang="en-US" sz="788" dirty="0"/>
          </a:p>
        </p:txBody>
      </p:sp>
      <p:sp>
        <p:nvSpPr>
          <p:cNvPr id="81" name="Shape 79"/>
          <p:cNvSpPr/>
          <p:nvPr/>
        </p:nvSpPr>
        <p:spPr>
          <a:xfrm>
            <a:off x="6333967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6410165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한줄평 · 사진</a:t>
            </a:r>
            <a:endParaRPr lang="en-US" sz="788" dirty="0"/>
          </a:p>
        </p:txBody>
      </p:sp>
      <p:sp>
        <p:nvSpPr>
          <p:cNvPr id="83" name="Shape 81"/>
          <p:cNvSpPr/>
          <p:nvPr/>
        </p:nvSpPr>
        <p:spPr>
          <a:xfrm>
            <a:off x="6181570" y="4105172"/>
            <a:ext cx="2652646" cy="97152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314917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좋아요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8243681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86" name="Text 84"/>
          <p:cNvSpPr/>
          <p:nvPr/>
        </p:nvSpPr>
        <p:spPr>
          <a:xfrm>
            <a:off x="8243681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87" name="Text 85"/>
          <p:cNvSpPr/>
          <p:nvPr/>
        </p:nvSpPr>
        <p:spPr>
          <a:xfrm>
            <a:off x="6314917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/favorites (Tab)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333967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6410165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등급별 분포</a:t>
            </a:r>
            <a:endParaRPr lang="en-US" sz="788" dirty="0"/>
          </a:p>
        </p:txBody>
      </p:sp>
      <p:sp>
        <p:nvSpPr>
          <p:cNvPr id="90" name="Shape 88"/>
          <p:cNvSpPr/>
          <p:nvPr/>
        </p:nvSpPr>
        <p:spPr>
          <a:xfrm>
            <a:off x="6333967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6410165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저장 식당 리스트</a:t>
            </a:r>
            <a:endParaRPr lang="en-US" sz="788" dirty="0"/>
          </a:p>
        </p:txBody>
      </p:sp>
      <p:sp>
        <p:nvSpPr>
          <p:cNvPr id="92" name="Shape 90"/>
          <p:cNvSpPr/>
          <p:nvPr/>
        </p:nvSpPr>
        <p:spPr>
          <a:xfrm>
            <a:off x="9005662" y="2076398"/>
            <a:ext cx="2652646" cy="742931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05662" y="2209745"/>
            <a:ext cx="265264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spc="18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MANAGE</a:t>
            </a:r>
            <a:endParaRPr lang="en-US" sz="788" dirty="0"/>
          </a:p>
        </p:txBody>
      </p:sp>
      <p:sp>
        <p:nvSpPr>
          <p:cNvPr id="94" name="Text 92"/>
          <p:cNvSpPr/>
          <p:nvPr/>
        </p:nvSpPr>
        <p:spPr>
          <a:xfrm>
            <a:off x="9005662" y="2381190"/>
            <a:ext cx="265264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개인화</a:t>
            </a:r>
            <a:endParaRPr lang="en-US" sz="1125" dirty="0"/>
          </a:p>
        </p:txBody>
      </p:sp>
      <p:sp>
        <p:nvSpPr>
          <p:cNvPr id="95" name="Text 93"/>
          <p:cNvSpPr/>
          <p:nvPr/>
        </p:nvSpPr>
        <p:spPr>
          <a:xfrm>
            <a:off x="9005662" y="2609785"/>
            <a:ext cx="265264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내정보·사장님 운영</a:t>
            </a:r>
            <a:endParaRPr lang="en-US" sz="788" dirty="0"/>
          </a:p>
        </p:txBody>
      </p:sp>
      <p:sp>
        <p:nvSpPr>
          <p:cNvPr id="96" name="Shape 94"/>
          <p:cNvSpPr/>
          <p:nvPr/>
        </p:nvSpPr>
        <p:spPr>
          <a:xfrm>
            <a:off x="9005662" y="2914577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9139009" y="3047924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</a:t>
            </a:r>
            <a:endParaRPr lang="en-US" sz="975" dirty="0"/>
          </a:p>
        </p:txBody>
      </p:sp>
      <p:sp>
        <p:nvSpPr>
          <p:cNvPr id="98" name="Shape 96"/>
          <p:cNvSpPr/>
          <p:nvPr/>
        </p:nvSpPr>
        <p:spPr>
          <a:xfrm>
            <a:off x="11067773" y="3047924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99" name="Text 97"/>
          <p:cNvSpPr/>
          <p:nvPr/>
        </p:nvSpPr>
        <p:spPr>
          <a:xfrm>
            <a:off x="11067773" y="3047924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AUTH</a:t>
            </a:r>
            <a:endParaRPr lang="en-US" sz="638" dirty="0"/>
          </a:p>
        </p:txBody>
      </p:sp>
      <p:sp>
        <p:nvSpPr>
          <p:cNvPr id="100" name="Text 98"/>
          <p:cNvSpPr/>
          <p:nvPr/>
        </p:nvSpPr>
        <p:spPr>
          <a:xfrm>
            <a:off x="9139009" y="3257469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 (Tab)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158059" y="3476538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9234257" y="3428914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리뷰 · 좋아요</a:t>
            </a:r>
            <a:endParaRPr lang="en-US" sz="788" dirty="0"/>
          </a:p>
        </p:txBody>
      </p:sp>
      <p:sp>
        <p:nvSpPr>
          <p:cNvPr id="103" name="Shape 101"/>
          <p:cNvSpPr/>
          <p:nvPr/>
        </p:nvSpPr>
        <p:spPr>
          <a:xfrm>
            <a:off x="9158059" y="3619410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9234257" y="3571786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가이드 라이브러리</a:t>
            </a:r>
            <a:endParaRPr lang="en-US" sz="788" dirty="0"/>
          </a:p>
        </p:txBody>
      </p:sp>
      <p:sp>
        <p:nvSpPr>
          <p:cNvPr id="105" name="Shape 103"/>
          <p:cNvSpPr/>
          <p:nvPr/>
        </p:nvSpPr>
        <p:spPr>
          <a:xfrm>
            <a:off x="9158059" y="3762281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9234257" y="3714657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모드 진입</a:t>
            </a:r>
            <a:endParaRPr lang="en-US" sz="788" dirty="0"/>
          </a:p>
        </p:txBody>
      </p:sp>
      <p:sp>
        <p:nvSpPr>
          <p:cNvPr id="107" name="Shape 105"/>
          <p:cNvSpPr/>
          <p:nvPr/>
        </p:nvSpPr>
        <p:spPr>
          <a:xfrm>
            <a:off x="9005662" y="4105172"/>
            <a:ext cx="2652646" cy="1114397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139009" y="4238519"/>
            <a:ext cx="189066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-2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인증·운영</a:t>
            </a:r>
            <a:endParaRPr lang="en-US" sz="975" dirty="0"/>
          </a:p>
        </p:txBody>
      </p:sp>
      <p:sp>
        <p:nvSpPr>
          <p:cNvPr id="109" name="Shape 107"/>
          <p:cNvSpPr/>
          <p:nvPr/>
        </p:nvSpPr>
        <p:spPr>
          <a:xfrm>
            <a:off x="11067773" y="4238519"/>
            <a:ext cx="457189" cy="1523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10" name="Text 108"/>
          <p:cNvSpPr/>
          <p:nvPr/>
        </p:nvSpPr>
        <p:spPr>
          <a:xfrm>
            <a:off x="11067773" y="4238519"/>
            <a:ext cx="45718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" b="1" spc="50" kern="0" dirty="0">
                <a:solidFill>
                  <a:srgbClr val="92400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OWNER</a:t>
            </a:r>
            <a:endParaRPr lang="en-US" sz="638" dirty="0"/>
          </a:p>
        </p:txBody>
      </p:sp>
      <p:sp>
        <p:nvSpPr>
          <p:cNvPr id="111" name="Text 109"/>
          <p:cNvSpPr/>
          <p:nvPr/>
        </p:nvSpPr>
        <p:spPr>
          <a:xfrm>
            <a:off x="9139009" y="4448064"/>
            <a:ext cx="238595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/owner/apply · /my-stores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158059" y="4667133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9234257" y="4619510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사업자번호 인증</a:t>
            </a:r>
            <a:endParaRPr lang="en-US" sz="788" dirty="0"/>
          </a:p>
        </p:txBody>
      </p:sp>
      <p:sp>
        <p:nvSpPr>
          <p:cNvPr id="114" name="Shape 112"/>
          <p:cNvSpPr/>
          <p:nvPr/>
        </p:nvSpPr>
        <p:spPr>
          <a:xfrm>
            <a:off x="9158059" y="4810005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5" name="Text 113"/>
          <p:cNvSpPr/>
          <p:nvPr/>
        </p:nvSpPr>
        <p:spPr>
          <a:xfrm>
            <a:off x="9234257" y="4762381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청소 인증 게시</a:t>
            </a:r>
            <a:endParaRPr lang="en-US" sz="788" dirty="0"/>
          </a:p>
        </p:txBody>
      </p:sp>
      <p:sp>
        <p:nvSpPr>
          <p:cNvPr id="116" name="Shape 114"/>
          <p:cNvSpPr/>
          <p:nvPr/>
        </p:nvSpPr>
        <p:spPr>
          <a:xfrm>
            <a:off x="9158059" y="4952876"/>
            <a:ext cx="38099" cy="38099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9234257" y="4905252"/>
            <a:ext cx="22907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답글</a:t>
            </a:r>
            <a:endParaRPr lang="en-US" sz="788" dirty="0"/>
          </a:p>
        </p:txBody>
      </p:sp>
      <p:sp>
        <p:nvSpPr>
          <p:cNvPr id="118" name="Text 116"/>
          <p:cNvSpPr/>
          <p:nvPr/>
        </p:nvSpPr>
        <p:spPr>
          <a:xfrm>
            <a:off x="533387" y="6305392"/>
            <a:ext cx="104772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0" kern="0" dirty="0">
                <a:solidFill>
                  <a:srgbClr val="D9770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USER FLOW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904952" y="6305392"/>
            <a:ext cx="68578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홈·지도 </a:t>
            </a:r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상세 보고서 </a:t>
            </a:r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리뷰·좋아요 </a:t>
            </a:r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내정보·사장님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9048524" y="6305392"/>
            <a:ext cx="257168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 </a:t>
            </a:r>
            <a:pPr algn="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Tabs   </a:t>
            </a:r>
            <a:pPr algn="r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 </a:t>
            </a:r>
            <a:pPr algn="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Stack   </a:t>
            </a:r>
            <a:pPr algn="r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95% </a:t>
            </a:r>
            <a:pPr algn="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식탐정 — Information Architecture</dc:title>
  <dc:subject>PptxGenJS Presentation</dc:subject>
  <dc:creator>식탐정</dc:creator>
  <cp:lastModifiedBy>식탐정</cp:lastModifiedBy>
  <cp:revision>1</cp:revision>
  <dcterms:created xsi:type="dcterms:W3CDTF">2026-05-13T05:56:33Z</dcterms:created>
  <dcterms:modified xsi:type="dcterms:W3CDTF">2026-05-13T05:56:33Z</dcterms:modified>
</cp:coreProperties>
</file>